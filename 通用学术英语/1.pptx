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134EAA-1367-4519-B84C-A264CF4D812B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E7A25-2CFC-419C-94E6-D4E27DFB9B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8" y="0"/>
            <a:ext cx="1133659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形用户界面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10636045" cy="68580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图示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0"/>
            <a:ext cx="10626213" cy="68580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 descr="手机屏幕截图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94" y="0"/>
            <a:ext cx="10380406" cy="6857999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图形用户界面, 文本, 应用程序, 聊天或短信&#10;&#10;AI 生成的内容可能不正确。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386" y="0"/>
            <a:ext cx="10205885" cy="6857999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0"/>
            <a:ext cx="107537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" y="0"/>
            <a:ext cx="104203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8E65AAC-F084-CFE5-879D-265D9F854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6" y="0"/>
            <a:ext cx="9832258" cy="6858000"/>
          </a:xfrm>
        </p:spPr>
      </p:pic>
    </p:spTree>
    <p:extLst>
      <p:ext uri="{BB962C8B-B14F-4D97-AF65-F5344CB8AC3E}">
        <p14:creationId xmlns:p14="http://schemas.microsoft.com/office/powerpoint/2010/main" val="422144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49C669D-411D-823D-1B3A-0EBE41B520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77" y="0"/>
            <a:ext cx="9773265" cy="6857999"/>
          </a:xfrm>
        </p:spPr>
      </p:pic>
    </p:spTree>
    <p:extLst>
      <p:ext uri="{BB962C8B-B14F-4D97-AF65-F5344CB8AC3E}">
        <p14:creationId xmlns:p14="http://schemas.microsoft.com/office/powerpoint/2010/main" val="2988570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宽屏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家航 潘</dc:creator>
  <cp:lastModifiedBy>家航 潘</cp:lastModifiedBy>
  <cp:revision>6</cp:revision>
  <dcterms:created xsi:type="dcterms:W3CDTF">2026-04-30T08:15:00Z</dcterms:created>
  <dcterms:modified xsi:type="dcterms:W3CDTF">2026-05-05T10:28:58Z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3D2850EF00A14E23BAD4A2C48D4E4FB2_13</vt:lpwstr>
  </property>
</Properties>
</file>